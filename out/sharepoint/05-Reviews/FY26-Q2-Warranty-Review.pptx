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4000-series chiller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FY25 Q3</c:v>
                </c:pt>
                <c:pt idx="1">
                  <c:v>FY25 Q4</c:v>
                </c:pt>
                <c:pt idx="2">
                  <c:v>FY26 Q1</c:v>
                </c:pt>
                <c:pt idx="3">
                  <c:v>FY26 Q2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182</c:v>
                </c:pt>
                <c:pt idx="1">
                  <c:v>174</c:v>
                </c:pt>
                <c:pt idx="2">
                  <c:v>196</c:v>
                </c:pt>
                <c:pt idx="3">
                  <c:v>211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2200-series compressor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FY25 Q3</c:v>
                </c:pt>
                <c:pt idx="1">
                  <c:v>FY25 Q4</c:v>
                </c:pt>
                <c:pt idx="2">
                  <c:v>FY26 Q1</c:v>
                </c:pt>
                <c:pt idx="3">
                  <c:v>FY26 Q2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96</c:v>
                </c:pt>
                <c:pt idx="1">
                  <c:v>101</c:v>
                </c:pt>
                <c:pt idx="2">
                  <c:v>94</c:v>
                </c:pt>
                <c:pt idx="3">
                  <c:v>88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TRAP 6. This slide is the stale summary. 'Applies across all product families and all regions' was never true of India (18 months under ADD-IN-2.1) and is wrong for any asset covered by TSB-C-0051 or TSB-P-0112. 'Goodwill at manager discretion' contradicts policy 7.1, which requires recorded authority at tier. A model that trusts this deck over the policy fails the Evidence grounding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1F4E79"/>
                </a:solidFill>
              </a:rPr>
              <a:t>Warranty Review — FY26 Q2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Contoso Industrial · Warranty Operations · published 14 October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4E79"/>
                </a:solidFill>
              </a:rPr>
              <a:t>Headlines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Warranty cost at 2.8% of revenue, down 0.3 points on FY25 Q4</a:t>
            </a:r>
          </a:p>
          <a:p>
            <a:pPr>
              <a:defRPr sz="1800"/>
            </a:pPr>
            <a:r>
              <a:t>Claim volume up 11% year on year, driven by the 4000-series installed base</a:t>
            </a:r>
          </a:p>
          <a:p>
            <a:pPr>
              <a:defRPr sz="1800"/>
            </a:pPr>
            <a:r>
              <a:t>Average settlement time 8.4 working days against a 10-day target</a:t>
            </a:r>
          </a:p>
          <a:p>
            <a:pPr>
              <a:defRPr sz="1800"/>
            </a:pPr>
            <a:r>
              <a:t>India remains the largest region by claim volume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4E79"/>
                </a:solidFill>
              </a:rPr>
              <a:t>Coverage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Standard coverage: 24 months from commissioning, or 6,000 running hours</a:t>
            </a:r>
          </a:p>
          <a:p>
            <a:pPr lvl="1">
              <a:defRPr sz="1500"/>
            </a:pPr>
            <a:r>
              <a:t>Applies across all product families and all regions</a:t>
            </a:r>
          </a:p>
          <a:p>
            <a:pPr>
              <a:defRPr sz="1800"/>
            </a:pPr>
            <a:r>
              <a:t>Labour reimbursed at flat-rate allowance</a:t>
            </a:r>
          </a:p>
          <a:p>
            <a:pPr>
              <a:defRPr sz="1800"/>
            </a:pPr>
            <a:r>
              <a:t>Parts reimbursed at territory list price</a:t>
            </a:r>
          </a:p>
          <a:p>
            <a:pPr>
              <a:defRPr sz="1800"/>
            </a:pPr>
            <a:r>
              <a:t>Goodwill available at manager discretion for near-miss cases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4E79"/>
                </a:solidFill>
              </a:rPr>
              <a:t>Warranty cost by product family (INR lakh)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463040"/>
          <a:ext cx="804672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4E79"/>
                </a:solidFill>
              </a:rPr>
              <a:t>Top failure modes — 4000-series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5448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Claims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Trend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Hydraulic circuit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Rising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Compressor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Stable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Control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Falling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Structural / cooling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Stable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Stable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4E79"/>
                </a:solidFill>
              </a:rPr>
              <a:t>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Engineering to review hydraulic circuit failure rate on the 4000-series</a:t>
            </a:r>
          </a:p>
          <a:p>
            <a:pPr lvl="1">
              <a:defRPr sz="1500"/>
            </a:pPr>
            <a:r>
              <a:t>Bulletin under consideration for affected serial ranges</a:t>
            </a:r>
          </a:p>
          <a:p>
            <a:pPr>
              <a:defRPr sz="1800"/>
            </a:pPr>
            <a:r>
              <a:t>Partner documentation quality to be raised at the Q3 partner forum</a:t>
            </a:r>
          </a:p>
          <a:p>
            <a:pPr>
              <a:defRPr sz="1800"/>
            </a:pPr>
            <a:r>
              <a:t>Rate card review ahead of FY26 close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