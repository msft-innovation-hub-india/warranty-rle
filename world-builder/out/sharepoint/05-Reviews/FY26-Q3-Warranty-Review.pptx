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</c:v>
                </c:pt>
                <c:pt idx="1">
                  <c:v>388</c:v>
                </c:pt>
                <c:pt idx="2">
                  <c:v>301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Bulletin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12</c:v>
                </c:pt>
                <c:pt idx="2">
                  <c:v>168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Repair warranty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</c:v>
                </c:pt>
                <c:pt idx="1">
                  <c:v>28</c:v>
                </c:pt>
                <c:pt idx="2">
                  <c:v>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Goodwill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FY26 Q1</c:v>
                </c:pt>
                <c:pt idx="1">
                  <c:v>FY26 Q2</c:v>
                </c:pt>
                <c:pt idx="2">
                  <c:v>FY26 Q3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22</c:v>
                </c:pt>
                <c:pt idx="1">
                  <c:v>19</c:v>
                </c:pt>
                <c:pt idx="2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Warranty Review — FY26 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Contoso Industrial · Warranty Operations · published 16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Headlines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Warranty cost at 3.4% of revenue, up 0.6 points — driven by bulletin activity</a:t>
            </a:r>
          </a:p>
          <a:p>
            <a:pPr>
              <a:defRPr sz="1800"/>
            </a:pPr>
            <a:r>
              <a:t>TSB-C-0051 extended 4000-series hydraulic and compressor coverage in January</a:t>
            </a:r>
          </a:p>
          <a:p>
            <a:pPr>
              <a:defRPr sz="1800"/>
            </a:pPr>
            <a:r>
              <a:t>TSB-P-0112 superseded TSB-P-0107 in February, narrowing the covered range</a:t>
            </a:r>
          </a:p>
          <a:p>
            <a:pPr>
              <a:defRPr sz="1800"/>
            </a:pPr>
            <a:r>
              <a:t>FY26 labour rates took effect 1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Coverage position by instrument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Instrument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Applies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Notes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POL-WAR-4.2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All, unless varied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 mo / 6,000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Global 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ADD-IN-2.1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India installations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 mo / 5,000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Shorter than global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ADD-EM-1.3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EMEA installations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 mo / 6,000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variation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TSB-C-0051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4000-CH 01200-01850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36 mo / 8,000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Hydraulic + compressor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TSB-P-0112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2200-AC 00400-00750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 mo / 7,000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Supersedes 0107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TSB-C-0043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4000-CH all serials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Reverses 5.2 exclusion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Precedence — a reminder for adjudicators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bulletin naming the serial range takes precedence over the regional addendum</a:t>
            </a:r>
          </a:p>
          <a:p>
            <a:pPr>
              <a:defRPr sz="1800"/>
            </a:pPr>
            <a:r>
              <a:t>The regional addendum takes precedence over the global policy</a:t>
            </a:r>
          </a:p>
          <a:p>
            <a:pPr>
              <a:defRPr sz="1800"/>
            </a:pPr>
            <a:r>
              <a:t>A superseded bulletin has no effect, whether or not it is still published</a:t>
            </a:r>
          </a:p>
          <a:p>
            <a:pPr>
              <a:defRPr sz="1800"/>
            </a:pPr>
            <a:r>
              <a:t>Where the claim system index and a bulletin disagree, the bulletin governs</a:t>
            </a:r>
          </a:p>
          <a:p>
            <a:pPr lvl="1">
              <a:defRPr sz="1500"/>
            </a:pPr>
            <a:r>
              <a:t>Policy clause 1.4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Claims by funding code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8046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4E79"/>
                </a:solidFill>
              </a:rPr>
              <a:t>Watch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Applicability index in the claim system is lagging bulletin publication</a:t>
            </a:r>
          </a:p>
          <a:p>
            <a:pPr lvl="1">
              <a:defRPr sz="1500"/>
            </a:pPr>
            <a:r>
              <a:t>Adjudicate from the bulletin document, not the index</a:t>
            </a:r>
          </a:p>
          <a:p>
            <a:pPr>
              <a:defRPr sz="1800"/>
            </a:pPr>
            <a:r>
              <a:t>Goodwill approvals given in channels are not being recorded against claims</a:t>
            </a:r>
          </a:p>
          <a:p>
            <a:pPr lvl="1">
              <a:defRPr sz="1500"/>
            </a:pPr>
            <a:r>
              <a:t>Authority must be recorded in the claim system — policy 7.1</a:t>
            </a:r>
          </a:p>
          <a:p>
            <a:pPr>
              <a:defRPr sz="1800"/>
            </a:pPr>
            <a:r>
              <a:t>Commissioning records missing for a small number of assets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